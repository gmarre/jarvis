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9DB0BDE7.xml" ContentType="application/vnd.ms-powerpoint.comments+xml"/>
  <Override PartName="/ppt/comments/modernComment_101_E708FE85.xml" ContentType="application/vnd.ms-powerpoint.comments+xml"/>
  <Override PartName="/ppt/comments/modernComment_104_E9CAA3E4.xml" ContentType="application/vnd.ms-powerpoint.comments+xml"/>
  <Override PartName="/ppt/comments/modernComment_103_45054D9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3EE8CC-8FB1-2D74-08C3-8C3883E4968B}" name="Gauthier MARRE" initials="GM" userId="245579366c598bb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modernComment_100_9DB0BD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56FB33-9B91-466A-A061-5B480CB681C2}" authorId="{9D3EE8CC-8FB1-2D74-08C3-8C3883E4968B}" created="2026-07-10T21:36:06.960">
    <pc:sldMkLst xmlns:pc="http://schemas.microsoft.com/office/powerpoint/2013/main/command">
      <pc:docMk/>
      <pc:sldMk cId="2645605863" sldId="256"/>
    </pc:sldMkLst>
    <p188:txBody>
      <a:bodyPr/>
      <a:lstStyle/>
      <a:p>
        <a:r>
          <a:rPr lang="fr-FR"/>
          <a:t>Il faut remplacer la photo par un dessin du même type mais pour les cours de mathématiques</a:t>
        </a:r>
      </a:p>
    </p188:txBody>
  </p188:cm>
</p188:cmLst>
</file>

<file path=ppt/comments/modernComment_101_E708FE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B211CA-F219-4213-B35E-93503C83B278}" authorId="{9D3EE8CC-8FB1-2D74-08C3-8C3883E4968B}" created="2026-07-10T21:32:50.472">
    <pc:sldMkLst xmlns:pc="http://schemas.microsoft.com/office/powerpoint/2013/main/command">
      <pc:docMk/>
      <pc:sldMk cId="3876126341" sldId="257"/>
    </pc:sldMkLst>
    <p188:txBody>
      <a:bodyPr/>
      <a:lstStyle/>
      <a:p>
        <a:r>
          <a:rPr lang="fr-FR"/>
          <a:t>Page : Mon Dashboard
Besoin de visualisation de son DAG et de son avancement. Ses caracteristiques principales. Les exos principaux à faire et ses cours à travailler avec les cartes mentales.
Le plus dur va etre de pouvoir représenter correctement le DAG et l’avancement de l’élève sur ce DAG</a:t>
        </a:r>
      </a:p>
    </p188:txBody>
  </p188:cm>
  <p188:cm id="{D0D06651-4E55-42B8-8CAD-02389B541E8E}" authorId="{9D3EE8CC-8FB1-2D74-08C3-8C3883E4968B}" created="2026-07-10T21:33:38.7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76126341" sldId="257"/>
      <ac:picMk id="5" creationId="{8C517B4B-95C6-7417-6A5B-B3A22A850CD8}"/>
    </ac:deMkLst>
    <p188:txBody>
      <a:bodyPr/>
      <a:lstStyle/>
      <a:p>
        <a:r>
          <a:rPr lang="fr-FR"/>
          <a:t>On voit aussi le lien vers le calendrier pour réserver un cours avec un professeur.</a:t>
        </a:r>
      </a:p>
    </p188:txBody>
  </p188:cm>
  <p188:cm id="{98E267F8-3B4A-4FD6-81D4-ABF33E6EAD5F}" authorId="{9D3EE8CC-8FB1-2D74-08C3-8C3883E4968B}" created="2026-07-10T21:38:08.974">
    <pc:sldMkLst xmlns:pc="http://schemas.microsoft.com/office/powerpoint/2013/main/command">
      <pc:docMk/>
      <pc:sldMk cId="3876126341" sldId="257"/>
    </pc:sldMkLst>
    <p188:txBody>
      <a:bodyPr/>
      <a:lstStyle/>
      <a:p>
        <a:r>
          <a:rPr lang="fr-FR"/>
          <a:t>Trouver un equilibre entre cette slide et la suivante pour le dashboard</a:t>
        </a:r>
      </a:p>
    </p188:txBody>
  </p188:cm>
</p188:cmLst>
</file>

<file path=ppt/comments/modernComment_103_45054D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2731B9-4D08-4674-A296-1DB43A9F48E5}" authorId="{9D3EE8CC-8FB1-2D74-08C3-8C3883E4968B}" created="2026-07-10T21:40:41.344">
    <pc:sldMkLst xmlns:pc="http://schemas.microsoft.com/office/powerpoint/2013/main/command">
      <pc:docMk/>
      <pc:sldMk cId="1157975450" sldId="259"/>
    </pc:sldMkLst>
    <p188:txBody>
      <a:bodyPr/>
      <a:lstStyle/>
      <a:p>
        <a:r>
          <a:rPr lang="fr-FR"/>
          <a:t>Les professeurs peuvent inscrire des cours les élèves peuvent s’y inscrire</a:t>
        </a:r>
      </a:p>
    </p188:txBody>
  </p188:cm>
</p188:cmLst>
</file>

<file path=ppt/comments/modernComment_104_E9CAA3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79BFA0D-FB74-4771-A121-B814A151B43B}" authorId="{9D3EE8CC-8FB1-2D74-08C3-8C3883E4968B}" created="2026-07-10T21:43:01.775">
    <pc:sldMkLst xmlns:pc="http://schemas.microsoft.com/office/powerpoint/2013/main/command">
      <pc:docMk/>
      <pc:sldMk cId="3922371556" sldId="260"/>
    </pc:sldMkLst>
    <p188:txBody>
      <a:bodyPr/>
      <a:lstStyle/>
      <a:p>
        <a:r>
          <a:rPr lang="fr-FR"/>
          <a:t>Prendre de la distance avec ce contenu mais cela doit permettre de se faire une idée des exercices et des cartes mentales à faire reviser chaque jour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C89EA2-EF47-BC24-B6B0-778E3CC62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E6E1BC8-711E-9633-C537-E8865D576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D2319B-0695-74FC-70F0-12BF56A63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B0553C-BB9F-1095-5588-3F5C8CE15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6C4AC6-B58A-D9C3-E8B5-52A48E45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90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143EE-CAA9-BE38-6A38-2899C828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96C1F9-957E-6437-0C55-042D5B0D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7DAD19-A49D-C83A-4282-ED452EEC4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449F84-10B8-2D1D-A9BC-C6076D19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170147-D491-F074-46AA-3D4975C7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09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721549-5230-B209-22A2-D3B595FF2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3618A-2465-CEB6-DF75-E64B139CE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66D14F-39AD-4369-986A-4BAB1F99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8D3A1D-F81B-F4B4-82C6-2586FF3F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C04535-9725-397C-B779-AC543A31C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77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4E1B8-DCD3-C493-7600-D3141267B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9F5FDD-3B95-3758-9E4A-079118DF1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8B073B-DEC0-85EA-027E-350AC4A6A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8E9122-AD6D-29E5-71D1-7981EFF1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C00837-4579-9CBB-4242-08ACFDD6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7DAFBB-3FE6-C112-26BF-E3391819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512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3DEDE1-3C10-A1DB-C4C2-B826B005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A30FC8-032C-E157-1F38-4C208B1AE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008417-0B2A-6265-2A4C-F039BEE07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05D46F6-567B-1A8C-392A-6F7B7DECD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6BD9362-1FDC-0700-047A-B33883C13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953E0C2-8FFE-FD36-2765-A7FBA93D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C2698AD-1EC3-521B-24DE-31CA58B8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9582E19-67BD-8093-FA13-4C5A9D9F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135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80C63A-A5DD-8624-27B9-90CA1DBD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4E6207-DB76-F7D1-BEBD-D106A4FFE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7F6301-F102-B4E8-C335-F90635516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0FD6EB-5D79-8884-C062-71D1AB19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790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006BDB3-AD69-3685-7F08-705462ACA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714319-E049-F468-C623-C561607D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812DA5-8533-5CF9-AC71-8E92E7B9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130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34CB60-3BD1-B590-CFB1-0A3B3EA1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2A6E07-AAFE-A44B-7372-9DC4EC162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B35FB5-E08A-D4AC-4D85-677B13B2C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82E3C1-DFAD-57A7-590B-6E64A1F4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3D9E6A-4CBE-663C-21F9-6494B4A1F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03DEFB-9628-9FF6-8C16-882CB2E5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42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76DF26-0ED6-D0B9-EBF0-9FD76E046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55184C7-8A9C-4FF1-80DA-9CE384599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5EDFDA-624F-6348-9017-DA30E8A01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A7DF2B-E283-43FB-591D-CF9A713F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FBABA5-1FE5-BC43-66F0-FFA1B1234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4CBEDA-EC8A-48A3-DF17-4F8CCF0A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22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00AC4A-F83A-71DA-D488-8DA8AE98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25CFA0-A824-7805-228E-760BC1398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DE03EE-27FD-83FC-2EE6-8DBC40CD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5ED808-0149-2F58-956B-C2D3EA36E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31E86F-505A-CFCE-F945-E7B145EA1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57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ADCFB22-2701-E049-D008-A98E7BDC9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D507CA5-BD59-7E4E-2F7F-DFBB17B2C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E0FB9C-FA91-DE1A-818B-23D6AB2C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63D3F5-6C6D-BCEC-322A-3BC5F08A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985902-B943-CAB5-4765-4837018F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190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133BFE-08C0-400C-6B09-4089F9765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B1E115-54D5-FC8F-F10C-209EB4BD8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8D2B99-196D-BCFD-04B1-6C3F17422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209EB-0CF8-4017-9AF2-9DBFEF59E8D4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001B7D-CB08-56F1-5799-BAD3BE482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22AF9A-5753-72BD-CDF6-E0EEE8887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F8F4B-0CE1-4EAF-B9CC-893FCB5840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5230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9DB0BDE7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1_E708FE85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04_E9CAA3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3_45054D9A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05CB3E1-8FA7-E8CB-A577-9D550CFBE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460" y="855869"/>
            <a:ext cx="7844252" cy="48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058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C517B4B-95C6-7417-6A5B-B3A22A850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609" y="392211"/>
            <a:ext cx="8525191" cy="590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263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AA46CEF-C5FC-91A0-FE24-BCFE8C126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67" y="277140"/>
            <a:ext cx="8423466" cy="602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76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51030CA-67BF-EFC0-AA10-F9A90960E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393" y="963716"/>
            <a:ext cx="7087214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715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05167EA-90C6-E694-0649-B284D1BA6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448" y="467649"/>
            <a:ext cx="7853479" cy="559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754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Gauthier MARRE</dc:creator>
  <cp:lastModifiedBy>Gauthier MARRE</cp:lastModifiedBy>
  <cp:revision>1</cp:revision>
  <dcterms:created xsi:type="dcterms:W3CDTF">2026-07-10T21:31:01Z</dcterms:created>
  <dcterms:modified xsi:type="dcterms:W3CDTF">2026-07-10T21:43:04Z</dcterms:modified>
</cp:coreProperties>
</file>